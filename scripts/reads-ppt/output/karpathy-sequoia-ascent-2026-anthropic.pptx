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01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772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Software 3.0 and the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Rise of Agentic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B0AEA5"/>
                </a:solidFill>
                <a:latin typeface="Lora"/>
              </a:rPr>
              <a:t>Karpathy at Sequoia Ascent 2026 — the context window is the new program, and the programmer is the orchestrator.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77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41413"/>
                </a:solidFill>
                <a:latin typeface="Poppins"/>
              </a:rPr>
              <a:t>Andrej Karpathy  ·  Sequoia Ascent 2026  · 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88720"/>
            <a:ext cx="25400" cy="475488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716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1488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Software 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Dec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657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Agentic inflection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3891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10x+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166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Agentic engineer leverage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02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From writing code —</a:t>
            </a:r>
          </a:p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to orchestrating 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Karpathy frames a step change in late 2025: LLM-driven agents stopped being autocomplete and started being a programmable layer. The unit of programming shifted from typing lines to delegating macro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1828800" cy="2540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0AEA5"/>
                </a:solidFill>
                <a:latin typeface="Poppins"/>
              </a:rPr>
              <a:t>OLD DEFAULT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Humans write explicit code (Software 1.0)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Humans curate datasets, train weights (Software 2.0)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Agents useful but require frequent correction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Programmer = primary author of every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931920"/>
            <a:ext cx="18288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SOFTWARE 3.0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Humans program LLMs through context, tools, examples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Context window becomes the main lever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Programmer delegates: implement, refactor, research, deploy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Programmer = orchestrator of fallible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FINDINGS &amp;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Three shifts that define the new era.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December 2025 marked an agentic step change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Software 3.0: the context window is the new program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Some apps stop existing as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01 ·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The headline shifts.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Software is being refactored around agents and verifiable feedback loops.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Software paradigm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1.0 explicit code → 2.0 learned weights → 3.0 prompts, context, tools, memory. The interpreter is the LLM.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9111" y="3611880"/>
            <a:ext cx="25400" cy="2651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3703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Dec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3703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6A9BCC"/>
                </a:solidFill>
                <a:latin typeface="Poppins"/>
              </a:rPr>
              <a:t>Agentic inflection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3703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Generated chunks got larger, more coherent, more reliable. The unit of programming shifted from lines to macro actions.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3611880"/>
            <a:ext cx="25400" cy="2651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788C5D"/>
                </a:solidFill>
                <a:latin typeface="Poppins"/>
              </a:rPr>
              <a:t>Capability levers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Capability spike ≈ verifiability × training attention × data coverage × economic value. Frontier models spike where labs trained hardest.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7175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767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10x+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767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Agentic engineer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767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Mastery of agentic workflows may extend the old “10x engineer” gap by an order of magnitude — orchestration is the new ceiling skill.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550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CORE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Karpathy's framework for what 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Traditional software specifies; LLMs verify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is jagged, not smooth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Models are ghosts, not animals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ACT 02 ·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06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What you can specify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vs. what you can verify.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dividing line between classical software and the LLM-RL frontier.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6A9BCC"/>
                </a:solidFill>
                <a:latin typeface="Poppins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141413"/>
                </a:solidFill>
                <a:latin typeface="Lora"/>
              </a:rPr>
              <a:t>Traditional software automates what you can specify. LLMs and reinforcement learning automate what you can verify.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A9BCC"/>
                </a:solidFill>
                <a:latin typeface="Poppins"/>
              </a:rPr>
              <a:t>—  Andrej Karpathy · Sequoia Ascent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D97757"/>
                </a:solidFill>
                <a:latin typeface="Poppin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Capability spike ≈ verifiability × training attention × data coverage × economic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D97757"/>
                </a:solidFill>
                <a:latin typeface="Poppins"/>
              </a:rPr>
              <a:t>—  Karpathy · Jagged Intelligence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760720"/>
            <a:ext cx="10911535" cy="1905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 spc="400">
                <a:solidFill>
                  <a:srgbClr val="D97757"/>
                </a:solidFill>
                <a:latin typeface="Poppins"/>
              </a:rPr>
              <a:t>WHY THIS MATTERS  ·  </a:t>
            </a:r>
            <a:r>
              <a:rPr sz="1200" b="0" i="1">
                <a:solidFill>
                  <a:srgbClr val="141413"/>
                </a:solidFill>
                <a:latin typeface="Lora"/>
              </a:rPr>
              <a:t>If your task is resettable, repeatable, and rewardable — models will fly. If not, they will fail in surprisingly basic ways. The founder question becomes: are you on the model's rails, or do you need your own evals, fine-tuning, or RL environment?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07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THEMATIC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Where the new opportunity actually sits.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Some apps disappear into direct model transformations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The new user is the human's agent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Verifiable environments are the new wedge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08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Speeding up the old app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vs. dissolving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AI is not just faster scaffolding — for some workflows, the scaffolding disappears entirely.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FASTER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1413"/>
                </a:solidFill>
                <a:latin typeface="Poppins"/>
              </a:rPr>
              <a:t>Old apps, accelerated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AI as productivity 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OCR pipelines, image gen, deployment glue still in place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AI makes each step faster but the stack is preserved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Useful, but not the deepest shift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Most current “AI features” live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6A9BCC"/>
                </a:solidFill>
                <a:latin typeface="Poppins"/>
              </a:rPr>
              <a:t>DISSOLVED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1413"/>
                </a:solidFill>
                <a:latin typeface="Poppins"/>
              </a:rPr>
              <a:t>Apps that stop existing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Direct media-to-media transforms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MenuGen example: photo → multimodal model → rendered menu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Frontend, OCR, image API, UI — most of the app disappears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Old stack was scaffolding for a transform the model now does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“Some apps should stop existing as apps”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Do not only ask “what workflow can AI speed up?” Also ask “what information transformation was impossible before but is now natural?”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09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Build for the human —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or for the human's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Most products are still designed for humans clicking screens. The user is increasingly an agent acting on behalf of a human.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788C5D"/>
                </a:solidFill>
                <a:latin typeface="Poppins"/>
              </a:rPr>
              <a:t>HUMAN-FIRST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1413"/>
                </a:solidFill>
                <a:latin typeface="Poppins"/>
              </a:rPr>
              <a:t>Click-and-read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Default product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GUI flows, dashboards, settings panels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Docs assume manual navigation between pages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Onboarding is a tutorial, not an instruction set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Auth and deploy require visual confirmation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AGENT-NATIVE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1413"/>
                </a:solidFill>
                <a:latin typeface="Poppins"/>
              </a:rPr>
              <a:t>Sensors and actuators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Surfaces an agent can act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Markdown docs, CLIs, APIs, MCP servers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Structured logs, machine-readable schemas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Copy-pasteable agent instructions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Safe permissioning + auditable actions + headless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A sensor turns world state into digital information; an actuator lets an agent change something. The future stack is agents using sensors and actuators on behalf of organizations.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10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What founders and engineers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should internalize.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Vibe coding raises the floor; agentic engineering raises the ceiling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LLMs are ghosts, not animals — jagged, alien tools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Understanding cannot be outsourced, even when thinking can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04 ·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11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Two truths about the new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professional skill.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Vibe coding democratizes creation. Agentic engineering is the discipline that keeps it shippable.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8288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INSIGHT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413"/>
                </a:solidFill>
                <a:latin typeface="Poppins"/>
              </a:rPr>
              <a:t>Floor vs.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Vibe coding lets almost anyone build software by description. Agentic engineering is the professional craft of coordinating fallible agents while preserving correctness, security, taste, and maintainability.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D97757"/>
                </a:solidFill>
                <a:latin typeface="Poppins"/>
              </a:rPr>
              <a:t>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The MenuGen Stripe-vs-Google email bug: plausible code, bad system design. A human still needs persistent-user-ID judgment.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Hiring should test agentic skill directly: decompose work for agents, write specs, review diffs, harden against adversarial 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11880"/>
            <a:ext cx="18288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INSIGHT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413"/>
                </a:solidFill>
                <a:latin typeface="Poppins"/>
              </a:rPr>
              <a:t>Ghosts, not animals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LLMs have no biological drives, embodied survival, or intrinsic motivation. They are statistical simulations of human artifacts — shaped by pretraining, RL, product feedback, and economic incentives.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A9BCC"/>
                </a:solidFill>
                <a:latin typeface="Poppins"/>
              </a:rPr>
              <a:t>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Anthropomorphic expectations mislead us. These systems are brilliant in one moment and bizarrely dumb the next — jagged, alien tools.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The right posture is empirical familiarity: learn where they work, where they fail, what they were trained for, and build guardrails accordingly.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Five concrete moves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for founders and leaders.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Find valuable verifiable environments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Make products agent-native end to end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Preserve human understanding as the scarce asset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05 ·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13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Five moves for founders and engineering leaders.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Reorganize the work around agents, sensors, actuators, and verifiable loops.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61188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520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41413"/>
                </a:solidFill>
                <a:latin typeface="Poppins"/>
              </a:rPr>
              <a:t>Find verifiable wedges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5204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Hunt domains that are valuable, verifiable, and undertrained by frontier labs. Build an environment where agents can try, get reward, and improve.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520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Coding and math are crowded · economically important verticals with latent verifiable structure are the real wedge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146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16052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41413"/>
                </a:solidFill>
                <a:latin typeface="Poppins"/>
              </a:rPr>
              <a:t>Audit what should disappear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0690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For each existing app or workflow, ask whether a multimodal model could perform the core transformation directly — dissolving the scaffolding.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Some apps should stop existing as apps · don't build faster horses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1010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709160"/>
            <a:ext cx="19050" cy="365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41413"/>
                </a:solidFill>
                <a:latin typeface="Poppins"/>
              </a:rPr>
              <a:t>Ship agent-native surfaces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177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Treat the human's agent as the primary user. Expose CLIs, APIs, MCP servers, markdown docs, structured logs, machine-readable schemas, safe permissions.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617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88C5D"/>
                </a:solidFill>
                <a:latin typeface="Lora"/>
              </a:rPr>
              <a:t>Auditable actions and headless setup beat click-through tutorials · adoption follows the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5874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663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25780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5166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41413"/>
                </a:solidFill>
                <a:latin typeface="Poppins"/>
              </a:rPr>
              <a:t>Hire for agentic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1663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Replace traditional coding puzzles with: build a substantial project with agents, deploy it, secure it, then have adversarial agents try to break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1663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Tests real ceiling skills · decomposition, specs, review, security, leverage — not memorization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073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580644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5715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41413"/>
                </a:solidFill>
                <a:latin typeface="Poppins"/>
              </a:rPr>
              <a:t>Protect human understanding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7150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Invest in distilled, inspectable artifacts (microGPT-style) and LLM-maintained knowledge bases that turn information into understanding — not just answers.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715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Thinking can be outsourced; understanding cannot · keep judgment in the loop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2560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AI is becoming a new operating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layer for digital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scarce thing has shifted — and the work itself is being reorganized.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22860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Software 3.0 made the context window the main lever. December 2025 was a step change: agents stopped being autocomplete and started being a programmable layer for digital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3520440"/>
            <a:ext cx="22860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8698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it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Less scarce: code generation, API recall, first drafts, repetitive setup. More scarce: understanding, taste, eval design, security, system boundaries, and knowing when the model is off the rails.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316" y="3520440"/>
            <a:ext cx="2286000" cy="381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7316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to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Jagged capability, agent-native infrastructure, verifiable environments, and the gap between humans who orchestrate agents skillfully and those who do not.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8076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Define the context, define the tools, define the feedback loop, define the guardrails — let agents work, and preserve human understanding.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TRANSCRIPT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AF9F5"/>
                </a:solidFill>
                <a:latin typeface="Poppins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0AEA5"/>
                </a:solidFill>
                <a:latin typeface="Lora"/>
              </a:rPr>
              <a:t>Curated executive briefs · aidigest.club / 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34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9F5"/>
                </a:solidFill>
                <a:latin typeface="Poppins"/>
              </a:rPr>
              <a:t>Karpathy · Sequoia Ascent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AEA5"/>
                </a:solidFill>
                <a:latin typeface="Lora"/>
              </a:rPr>
              <a:t>https://karpathy.bearblog.dev/sequoia-ascent-2026/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B0AEA5"/>
                </a:solidFill>
                <a:latin typeface="Lora"/>
              </a:rPr>
              <a:t>Karpathy, A. (2026). Sequoia Ascent 2026: Software 3.0, Agentic Engineering, and Jagged Intelligence. Fireside chat with Stephanie Zhan.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
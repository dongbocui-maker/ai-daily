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01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772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What 81,000 People</a:t>
            </a:r>
          </a:p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Told Us About</a:t>
            </a:r>
          </a:p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the Economics of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B0AEA5"/>
                </a:solidFill>
                <a:latin typeface="Lora"/>
              </a:rPr>
              <a:t>Productivity, exposure, and the felt economics of AI — a survey of 81,000 Claude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577840"/>
            <a:ext cx="22860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41413"/>
                </a:solidFill>
                <a:latin typeface="Poppins"/>
              </a:rPr>
              <a:t>Maxim Massenkoff &amp; Saffron Huang  ·  Anthropic Research  · 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188720"/>
            <a:ext cx="25400" cy="475488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37160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81,000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14884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Claude users surveyed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88036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5.1 /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657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Mean productivity rating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38912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1 in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516636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Voice displacement concern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02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From what Claude does —</a:t>
            </a:r>
          </a:p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to how its users feel.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9087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Prior Anthropic research mapped Claude usage onto the U.S. occupation system. This survey is the first qualitative bridge — connecting observed exposure with what workers actually feel about the displacement risk.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1828800" cy="2540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0AEA5"/>
                </a:solidFill>
                <a:latin typeface="Poppins"/>
              </a:rPr>
              <a:t>BEFORE THIS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3492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Economic Index measured what tasks Claude performs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Observed exposure quantified % of role's tasks AI touches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But: no link to worker sentiment or felt threat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931920"/>
            <a:ext cx="18288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402336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WHAT THIS STUDY ADDS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4434840"/>
            <a:ext cx="53492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81,000 self-selected Claude.ai users surveyed in-product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Open-ended interview format — not multiple choice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LLM classifiers extract occupation, career stage, sentiment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Direct link from exposure data to perceived job threat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03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FINDINGS &amp;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Three headline patterns the survey makes visible.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Productivity gains are real and substantial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Exposure correlates with displacement fear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Speedup and anxiety form a U-shape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01 · 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04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The headline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Productivity gains are real — anxiety scales with exposure.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25400" cy="2651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1413"/>
                </a:solidFill>
                <a:latin typeface="Poppins"/>
              </a:rPr>
              <a:t>5.1 /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D97757"/>
                </a:solidFill>
                <a:latin typeface="Poppins"/>
              </a:rPr>
              <a:t>Mean productivity 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Self-reported on 1–7 scale. 5 corresponds to “substantially more productive.” 3% reported negative or neutral impacts; 42% gave no clear indication.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9111" y="3611880"/>
            <a:ext cx="25400" cy="2651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3703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1413"/>
                </a:solidFill>
                <a:latin typeface="Poppins"/>
              </a:rPr>
              <a:t>1 in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3703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6A9BCC"/>
                </a:solidFill>
                <a:latin typeface="Poppins"/>
              </a:rPr>
              <a:t>Voice job-displacement concern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3703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20% of respondents directly expressed worry about their own role being lost to AI — with concern concentrated in high-exposure occupations.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8143" y="3611880"/>
            <a:ext cx="25400" cy="265176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2735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1413"/>
                </a:solidFill>
                <a:latin typeface="Poppins"/>
              </a:rPr>
              <a:t>3×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2735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788C5D"/>
                </a:solidFill>
                <a:latin typeface="Poppins"/>
              </a:rPr>
              <a:t>Top vs bottom exposure quartile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2735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People in the top 25% of exposure mentioned the worry three times as often as those in the bottom 25%. +1.3pt threat per 10pt exposure.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7175" y="3611880"/>
            <a:ext cx="25400" cy="2651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1767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1413"/>
                </a:solidFill>
                <a:latin typeface="Poppins"/>
              </a:rPr>
              <a:t>48% / 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1767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D97757"/>
                </a:solidFill>
                <a:latin typeface="Poppins"/>
              </a:rPr>
              <a:t>Scope gains / Speed gains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1767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48% of users who mentioned productivity cited scope gains (new abilities). 40% cited speed gains (faster execution of existing work).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35508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CORE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What the authors are arguing.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Worker intuitions track the usage data — anxiety is rational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Career stage shapes who feels safe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Benefits do not equal feeling safe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6A9BCC"/>
                </a:solidFill>
                <a:latin typeface="Poppins"/>
              </a:rPr>
              <a:t>ACT 02 ·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06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Worker anxiety is concentrated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where Claude is most active.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People's intuitions track the usage data — not paranoia, not panic.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6A9BCC"/>
                </a:solidFill>
                <a:latin typeface="Poppins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141413"/>
                </a:solidFill>
                <a:latin typeface="Lora"/>
              </a:rPr>
              <a:t>People's intuitions track the usage data: they worry most about AI's effect in the jobs where we observe Claude doing the most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A9BCC"/>
                </a:solidFill>
                <a:latin typeface="Poppins"/>
              </a:rPr>
              <a:t>—  Anthropic Research ·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D97757"/>
                </a:solidFill>
                <a:latin typeface="Poppin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52044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i="1">
                <a:solidFill>
                  <a:srgbClr val="141413"/>
                </a:solidFill>
                <a:latin typeface="Lora"/>
              </a:rPr>
              <a:t>Like anyone who has a white collar job these days, I'm 100% concerned, pretty much 24/7 concerned about losing my job eventually to A.I.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5212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D97757"/>
                </a:solidFill>
                <a:latin typeface="Poppins"/>
              </a:rPr>
              <a:t>—  Software engineer  ·  survey respondent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760720"/>
            <a:ext cx="10911535" cy="1905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1" i="0" spc="400">
                <a:solidFill>
                  <a:srgbClr val="D97757"/>
                </a:solidFill>
                <a:latin typeface="Poppins"/>
              </a:rPr>
              <a:t>WHY THIS MATTERS  ·  </a:t>
            </a:r>
            <a:r>
              <a:rPr sz="1200" b="0" i="1">
                <a:solidFill>
                  <a:srgbClr val="141413"/>
                </a:solidFill>
                <a:latin typeface="Lora"/>
              </a:rPr>
              <a:t>Workers can feel the diffusion of AI in their own occupations long before formal labor statistics show displacement. The fear is rational — and concentrated exactly where AI use is highest.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07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THEMATIC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How AI restructures who wins — and how.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Scope before speed — access, not just efficiency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Productivity is bimodal across the wage distribution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Speedup and anxiety form a U-shape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03 · THEME 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08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Scope and speed — not just speed.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Most users describe AI unlocking new abilities, not just faster execution of old ones.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25400" cy="233172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D97757"/>
                </a:solidFill>
                <a:latin typeface="Poppins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41413"/>
                </a:solidFill>
                <a:latin typeface="Poppins"/>
              </a:rPr>
              <a:t>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Access to new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“I'm a non-tech guy but now I'm a full-stack developer”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Customer-service rep starts e-commerce business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Delivery driver builds e-commerce · landscaper builds music app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Users attempt tasks they could not do before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66160"/>
            <a:ext cx="25400" cy="233172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6A9BCC"/>
                </a:solidFill>
                <a:latin typeface="Poppins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41413"/>
                </a:solidFill>
                <a:latin typeface="Poppins"/>
              </a:rPr>
              <a:t>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Faster execution of existing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“15 minutes that used to take 2 hours” — financing task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Faster code reviews, contract checks, paperwork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Quality gains via more thorough checks of code and contracts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Cost gains: replace help that was “over my budget”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AI is not just an efficiency tool — for many users it is an access tool. That distinction shapes who gains and how visibly the gains are felt.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03 · THEME 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09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Speedup and anxiety form a U-shape.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Both extremes — being slowed down and being sped up the most — track with the highest job threat.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25400" cy="233172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788C5D"/>
                </a:solidFill>
                <a:latin typeface="Poppins"/>
              </a:rPr>
              <a:t>LEFT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1413"/>
                </a:solidFill>
                <a:latin typeface="Poppins"/>
              </a:rPr>
              <a:t>Slowed-down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Creative workers, displaced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Some creatives find AI too stifling and rigid to use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Examples: fine artists, certain writers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Still fear AI diffusion into their fields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Highest threat perception among groups in the survey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66160"/>
            <a:ext cx="25400" cy="233172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D97757"/>
                </a:solidFill>
                <a:latin typeface="Poppins"/>
              </a:rPr>
              <a:t>RIGHT 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1413"/>
                </a:solidFill>
                <a:latin typeface="Poppins"/>
              </a:rPr>
              <a:t>Sped-up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Largest productivity gains, rising fear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Largest measured productivity gains in the sample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Above-baseline threat perception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Implicit reasoning: if tasks shrink rapidly, what is left?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Speed gain does not equal job security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The familiar narrative — “AI just makes good workers more productive” — misses half the story. The most empowered users are simultaneously the most worried.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10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Two structural risks hiding behind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the positive top 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Beneficiary capture by employers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Early-career squeeze — the ladder is eroding from the bottom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Bargaining power decides who keeps the surplus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04 ·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11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Today's gains hide tomorrow's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Positive sentiment is real — but who actually captures the surplus is unresolved.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1828800" cy="381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2160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RISK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oppins"/>
              </a:rPr>
              <a:t>Beneficiary capture by employers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Most workers report benefits flowing to themselves. But a meaningful share say employers or clients are simply extracting more work from the same person.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67528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D97757"/>
                </a:solidFill>
                <a:latin typeface="Poppins"/>
              </a:rPr>
              <a:t>SIGNAL IN THE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5272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0AEA5"/>
                </a:solidFill>
                <a:latin typeface="Lora"/>
              </a:rPr>
              <a:t>10% of respondents who named a beneficiary said their employer or clients were the ones getting more work from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Implication  ·  </a:t>
            </a:r>
            <a:r>
              <a:rPr sz="1100" b="0" i="1">
                <a:solidFill>
                  <a:srgbClr val="141413"/>
                </a:solidFill>
                <a:latin typeface="Lora"/>
              </a:rPr>
              <a:t>Productivity gain does not equal wage gain. Without bargaining power, the surplus accrues to firms — not workers.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11880"/>
            <a:ext cx="1828800" cy="381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372160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6A9BCC"/>
                </a:solidFill>
                <a:latin typeface="Poppins"/>
              </a:rPr>
              <a:t>RISK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402336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oppins"/>
              </a:rPr>
              <a:t>Early-career squeeze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4572000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The cohort with the most anxiety is also the cohort least confident they personally benefit — a structural mismatch the labor market has not yet priced 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5367528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A9BCC"/>
                </a:solidFill>
                <a:latin typeface="Poppins"/>
              </a:rPr>
              <a:t>AUTHOR FRAMING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5605272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0AEA5"/>
                </a:solidFill>
                <a:latin typeface="Lora"/>
              </a:rPr>
              <a:t>Only 60% of early-career workers see themselves benefiting (vs. 80% of senior). Hiring of recent grads is already slowing in the U.S.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589788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Implication  ·  </a:t>
            </a:r>
            <a:r>
              <a:rPr sz="1100" b="0" i="1">
                <a:solidFill>
                  <a:srgbClr val="141413"/>
                </a:solidFill>
                <a:latin typeface="Lora"/>
              </a:rPr>
              <a:t>The traditional “climb the ladder” path may be eroding from the bottom rungs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12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Five concrete moves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for enterprise leaders.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Treat workers' fear as data, not noise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Position AI as an access tool, not a cost tool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Protect early-career pathways now — not later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05 ·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13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Five moves for enterprise leaders.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Workers' fear of AI is rational and predictable — you can act on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Poppins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611880"/>
            <a:ext cx="19050" cy="365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5204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Map your internal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52044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Build your own observed-exposure map: % of each role's tasks already done by AI today.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520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D97757"/>
                </a:solidFill>
                <a:latin typeface="Lora"/>
              </a:rPr>
              <a:t>Identify which teams will feel threatened first · prioritize change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146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6A9BCC"/>
                </a:solidFill>
                <a:latin typeface="Poppins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4160520"/>
            <a:ext cx="19050" cy="365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4069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Frame AI as scope, not 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0690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Position AI internally as an access tool unlocking new tasks — not as a labor-cost cutter.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069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A9BCC"/>
                </a:solidFill>
                <a:latin typeface="Lora"/>
              </a:rPr>
              <a:t>Aligns with the 48% who frame AI as scope expansion · dampens displacement framing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1010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788C5D"/>
                </a:solidFill>
                <a:latin typeface="Poppins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4709160"/>
            <a:ext cx="19050" cy="36576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4617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Re-design junior pathways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61772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Build AI-augmented apprenticeship programs that explicitly protect early-career development.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6177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88C5D"/>
                </a:solidFill>
                <a:latin typeface="Lora"/>
              </a:rPr>
              <a:t>Counters the early-career squeeze · preserves your future senior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15874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6636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Poppins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5257800"/>
            <a:ext cx="19050" cy="365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91640" y="5166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Share the productivity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516636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Adopt explicit gain-sharing schemes — bonuses, equity, time-off — tied to AI-driven productivity wins.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51663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D97757"/>
                </a:solidFill>
                <a:latin typeface="Lora"/>
              </a:rPr>
              <a:t>Closes the employer-capture gap · converts anxiety into engagement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70738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71500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6A9BCC"/>
                </a:solidFill>
                <a:latin typeface="Poppins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7320" y="5806440"/>
            <a:ext cx="19050" cy="365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5715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Listen to anxious top performers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57150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Run sentiment listening explicitly with your highest-speedup workers. Do not assume they feel safest.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5715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A9BCC"/>
                </a:solidFill>
                <a:latin typeface="Lora"/>
              </a:rPr>
              <a:t>Heads off attrition in highest-leverage staff · turns the U-shape into retention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2560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14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AI is empowering and unsettling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its users at the same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The two feelings live in the same people.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2286000" cy="381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D97757"/>
                </a:solidFill>
                <a:latin typeface="Poppi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The first large-scale qualitative bridge from observed AI usage to user sentiment. Productivity gains are real, broad-based, and skewed bimodally across the wage distribution.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8698" y="3520440"/>
            <a:ext cx="2286000" cy="381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8698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9BCC"/>
                </a:solidFill>
                <a:latin typeface="Poppi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698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it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698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Worker anxiety is not paranoia — it tracks measurable exposure. The most-empowered users are simultaneously the most worried. Career stage shapes who benefits.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7316" y="3520440"/>
            <a:ext cx="2286000" cy="3810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7316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788C5D"/>
                </a:solidFill>
                <a:latin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7316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to 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Beneficiary capture (who keeps the surplus) and the early-career squeeze (who gets in) are the two structural risks behind the positive top-line numbers.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08076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141413"/>
                </a:solidFill>
                <a:latin typeface="Lora"/>
              </a:rPr>
              <a:t>The opportunity is not just to deploy AI — it is to do so in a way that lets the workforce share both the upside and the certainty.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READ THE FULL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AF9F5"/>
                </a:solidFill>
                <a:latin typeface="Poppins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0AEA5"/>
                </a:solidFill>
                <a:latin typeface="Lora"/>
              </a:rPr>
              <a:t>Curated executive briefs · aidigest.club / reads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434840"/>
            <a:ext cx="22860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READ THE FULL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AF9F5"/>
                </a:solidFill>
                <a:latin typeface="Poppins"/>
              </a:rPr>
              <a:t>Anthropic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0AEA5"/>
                </a:solidFill>
                <a:latin typeface="Lora"/>
              </a:rPr>
              <a:t>https://www.anthropic.com/research/81k-economics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B0AEA5"/>
                </a:solidFill>
                <a:latin typeface="Lora"/>
              </a:rPr>
              <a:t>Massenkoff, M. &amp; Huang, S. (2026). What 81,000 people told us about the economics of AI. Anthropic Research · Economic Index.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